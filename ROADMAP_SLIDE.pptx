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4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4975"/>
                </a:solidFill>
              </a:defRPr>
            </a:pPr>
            <a:r>
              <a:t>IDataProject RFID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5462"/>
                </a:solidFill>
              </a:defRPr>
            </a:pPr>
            <a:r>
              <a:t>Validating RFID inventory adjustments for Odoo 19 using iData T1UHF in a controlled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29184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5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24975"/>
                </a:solidFill>
              </a:defRPr>
            </a:pPr>
            <a:r>
              <a:t>Objective</a:t>
            </a:r>
          </a:p>
          <a:p>
            <a:pPr>
              <a:defRPr sz="1100">
                <a:solidFill>
                  <a:srgbClr val="323C46"/>
                </a:solidFill>
              </a:defRPr>
            </a:pPr>
            <a:r>
              <a:t>? Validate RFID inventory adjustment workflow</a:t>
            </a:r>
          </a:p>
          <a:p>
            <a:pPr>
              <a:defRPr sz="1100">
                <a:solidFill>
                  <a:srgbClr val="323C46"/>
                </a:solidFill>
              </a:defRPr>
            </a:pPr>
            <a:r>
              <a:t>? Improve speed and counting accuracy</a:t>
            </a:r>
          </a:p>
          <a:p>
            <a:pPr>
              <a:defRPr sz="1100">
                <a:solidFill>
                  <a:srgbClr val="323C46"/>
                </a:solidFill>
              </a:defRPr>
            </a:pPr>
            <a:r>
              <a:t>? Prove value in a controlled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645920"/>
            <a:ext cx="329184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5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24975"/>
                </a:solidFill>
              </a:defRPr>
            </a:pPr>
            <a:r>
              <a:t>Roadmap</a:t>
            </a:r>
          </a:p>
          <a:p>
            <a:pPr>
              <a:defRPr sz="1050">
                <a:solidFill>
                  <a:srgbClr val="323C46"/>
                </a:solidFill>
              </a:defRPr>
            </a:pPr>
            <a:r>
              <a:t>? Aug 19-20: Preparation complete</a:t>
            </a:r>
          </a:p>
          <a:p>
            <a:pPr>
              <a:defRPr sz="1050">
                <a:solidFill>
                  <a:srgbClr val="323C46"/>
                </a:solidFill>
              </a:defRPr>
            </a:pPr>
            <a:r>
              <a:t>? Aug 24-Aug 28: Foundation + SDK validation</a:t>
            </a:r>
          </a:p>
          <a:p>
            <a:pPr>
              <a:defRPr sz="1050">
                <a:solidFill>
                  <a:srgbClr val="323C46"/>
                </a:solidFill>
              </a:defRPr>
            </a:pPr>
            <a:r>
              <a:t>? Aug 31-Sep 10: Odoo scan bridge</a:t>
            </a:r>
          </a:p>
          <a:p>
            <a:pPr>
              <a:defRPr sz="1050">
                <a:solidFill>
                  <a:srgbClr val="323C46"/>
                </a:solidFill>
              </a:defRPr>
            </a:pPr>
            <a:r>
              <a:t>? Sep 11-Sep 18: Live RFID readiness</a:t>
            </a:r>
          </a:p>
          <a:p>
            <a:pPr>
              <a:defRPr sz="1050">
                <a:solidFill>
                  <a:srgbClr val="323C46"/>
                </a:solidFill>
              </a:defRPr>
            </a:pPr>
            <a:r>
              <a:t>? Sep 21-Sep 30: Calibration + accuracy tests</a:t>
            </a:r>
          </a:p>
          <a:p>
            <a:pPr>
              <a:defRPr sz="1050">
                <a:solidFill>
                  <a:srgbClr val="323C46"/>
                </a:solidFill>
              </a:defRPr>
            </a:pPr>
            <a:r>
              <a:t>? Oct 1-Oct 16: Pilot + go/no-go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645920"/>
            <a:ext cx="3474720" cy="3474720"/>
          </a:xfrm>
          <a:prstGeom prst="rect">
            <a:avLst/>
          </a:prstGeom>
          <a:solidFill>
            <a:srgbClr val="E9F4FB"/>
          </a:solidFill>
          <a:ln w="15240">
            <a:solidFill>
              <a:srgbClr val="6DA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24975"/>
                </a:solidFill>
              </a:defRPr>
            </a:pPr>
            <a:r>
              <a:t>Success Gates</a:t>
            </a:r>
          </a:p>
          <a:p>
            <a:pPr>
              <a:defRPr sz="1050">
                <a:solidFill>
                  <a:srgbClr val="202E39"/>
                </a:solidFill>
              </a:defRPr>
            </a:pPr>
            <a:r>
              <a:t>? Hardware validated</a:t>
            </a:r>
          </a:p>
          <a:p>
            <a:pPr>
              <a:defRPr sz="1050">
                <a:solidFill>
                  <a:srgbClr val="202E39"/>
                </a:solidFill>
              </a:defRPr>
            </a:pPr>
            <a:r>
              <a:t>? Odoo + Android integration working</a:t>
            </a:r>
          </a:p>
          <a:p>
            <a:pPr>
              <a:defRPr sz="1050">
                <a:solidFill>
                  <a:srgbClr val="202E39"/>
                </a:solidFill>
              </a:defRPr>
            </a:pPr>
            <a:r>
              <a:t>? Calibration accuracy proven</a:t>
            </a:r>
          </a:p>
          <a:p>
            <a:pPr>
              <a:defRPr sz="1050">
                <a:solidFill>
                  <a:srgbClr val="202E39"/>
                </a:solidFill>
              </a:defRPr>
            </a:pPr>
            <a:r>
              <a:t>? E2E security and performance checks passed</a:t>
            </a:r>
          </a:p>
          <a:p>
            <a:pPr>
              <a:defRPr sz="1050">
                <a:solidFill>
                  <a:srgbClr val="202E39"/>
                </a:solidFill>
              </a:defRPr>
            </a:pPr>
            <a:r>
              <a:t>? Pilot/UAT complete with sign-off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80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3C46"/>
                </a:solidFill>
              </a:defRPr>
            </a:pPr>
            <a:r>
              <a:t>Commercial outcome: prove RFID can reliably improve warehouse inventory counting before wider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